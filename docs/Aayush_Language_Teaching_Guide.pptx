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fe0dd46aaa4863" /><Relationship Type="http://schemas.openxmlformats.org/officeDocument/2006/relationships/extended-properties" Target="/docProps/app.xml" Id="R379cb350784d4f4e" /><Relationship Type="http://schemas.openxmlformats.org/officeDocument/2006/relationships/officeDocument" Target="/ppt/presentation.xml" Id="Rbecd491fabba47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327a143eef4b88"/>
  </p:sldMasterIdLst>
  <p:notesMasterIdLst>
    <p:notesMasterId xmlns:r="http://schemas.openxmlformats.org/officeDocument/2006/relationships" r:id="Rc5a83d6a06bf4344"/>
  </p:notesMasterIdLst>
  <p:sldIdLst>
    <p:sldId xmlns:r="http://schemas.openxmlformats.org/officeDocument/2006/relationships" id="256" r:id="Ra74203bde5d14d3e"/>
    <p:sldId xmlns:r="http://schemas.openxmlformats.org/officeDocument/2006/relationships" id="257" r:id="R7f462c53f95945de"/>
    <p:sldId xmlns:r="http://schemas.openxmlformats.org/officeDocument/2006/relationships" id="258" r:id="Raa161ac003c0400e"/>
    <p:sldId xmlns:r="http://schemas.openxmlformats.org/officeDocument/2006/relationships" id="259" r:id="R757a01eca4854e84"/>
    <p:sldId xmlns:r="http://schemas.openxmlformats.org/officeDocument/2006/relationships" id="260" r:id="R435f6cc35c064945"/>
    <p:sldId xmlns:r="http://schemas.openxmlformats.org/officeDocument/2006/relationships" id="261" r:id="Rc7411d03424d4aa9"/>
    <p:sldId xmlns:r="http://schemas.openxmlformats.org/officeDocument/2006/relationships" id="262" r:id="R0824df80f2d64e2f"/>
    <p:sldId xmlns:r="http://schemas.openxmlformats.org/officeDocument/2006/relationships" id="263" r:id="Rb38c114b1b1a4ca8"/>
    <p:sldId xmlns:r="http://schemas.openxmlformats.org/officeDocument/2006/relationships" id="264" r:id="R04a54dee18764c40"/>
    <p:sldId xmlns:r="http://schemas.openxmlformats.org/officeDocument/2006/relationships" id="265" r:id="R111ffad81e07473b"/>
    <p:sldId xmlns:r="http://schemas.openxmlformats.org/officeDocument/2006/relationships" id="266" r:id="R03ee47e1ae1c40ed"/>
    <p:sldId xmlns:r="http://schemas.openxmlformats.org/officeDocument/2006/relationships" id="267" r:id="R03a8ffc64f6944ed"/>
    <p:sldId xmlns:r="http://schemas.openxmlformats.org/officeDocument/2006/relationships" id="268" r:id="R206197f654f148d1"/>
    <p:sldId xmlns:r="http://schemas.openxmlformats.org/officeDocument/2006/relationships" id="269" r:id="R398328fd6cf146aa"/>
    <p:sldId xmlns:r="http://schemas.openxmlformats.org/officeDocument/2006/relationships" id="270" r:id="R28df50762c4b42df"/>
    <p:sldId xmlns:r="http://schemas.openxmlformats.org/officeDocument/2006/relationships" id="271" r:id="R42573e81f8464a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58ec0113c347b6" /><Relationship Type="http://schemas.openxmlformats.org/officeDocument/2006/relationships/slideMaster" Target="/ppt/slideMasters/slideMaster1.xml" Id="R92327a143eef4b88" /><Relationship Type="http://schemas.openxmlformats.org/officeDocument/2006/relationships/notesMaster" Target="/ppt/notesMasters/notesMaster1.xml" Id="Rc5a83d6a06bf4344" /><Relationship Type="http://schemas.openxmlformats.org/officeDocument/2006/relationships/presProps" Target="/ppt/presProps.xml" Id="Re0f2a7c9413d42bf" /><Relationship Type="http://schemas.openxmlformats.org/officeDocument/2006/relationships/viewProps" Target="/ppt/viewProps.xml" Id="R686480e561ce4f7f" /><Relationship Type="http://schemas.openxmlformats.org/officeDocument/2006/relationships/tableStyles" Target="/ppt/tableStyles.xml" Id="Rdc307a208d6243b2" /><Relationship Type="http://schemas.openxmlformats.org/officeDocument/2006/relationships/slide" Target="/ppt/slides/slide1.xml" Id="Ra74203bde5d14d3e" /><Relationship Type="http://schemas.openxmlformats.org/officeDocument/2006/relationships/slide" Target="/ppt/slides/slide2.xml" Id="R7f462c53f95945de" /><Relationship Type="http://schemas.openxmlformats.org/officeDocument/2006/relationships/slide" Target="/ppt/slides/slide3.xml" Id="Raa161ac003c0400e" /><Relationship Type="http://schemas.openxmlformats.org/officeDocument/2006/relationships/slide" Target="/ppt/slides/slide4.xml" Id="R757a01eca4854e84" /><Relationship Type="http://schemas.openxmlformats.org/officeDocument/2006/relationships/slide" Target="/ppt/slides/slide5.xml" Id="R435f6cc35c064945" /><Relationship Type="http://schemas.openxmlformats.org/officeDocument/2006/relationships/slide" Target="/ppt/slides/slide6.xml" Id="Rc7411d03424d4aa9" /><Relationship Type="http://schemas.openxmlformats.org/officeDocument/2006/relationships/slide" Target="/ppt/slides/slide7.xml" Id="R0824df80f2d64e2f" /><Relationship Type="http://schemas.openxmlformats.org/officeDocument/2006/relationships/slide" Target="/ppt/slides/slide8.xml" Id="Rb38c114b1b1a4ca8" /><Relationship Type="http://schemas.openxmlformats.org/officeDocument/2006/relationships/slide" Target="/ppt/slides/slide9.xml" Id="R04a54dee18764c40" /><Relationship Type="http://schemas.openxmlformats.org/officeDocument/2006/relationships/slide" Target="/ppt/slides/slide10.xml" Id="R111ffad81e07473b" /><Relationship Type="http://schemas.openxmlformats.org/officeDocument/2006/relationships/slide" Target="/ppt/slides/slide11.xml" Id="R03ee47e1ae1c40ed" /><Relationship Type="http://schemas.openxmlformats.org/officeDocument/2006/relationships/slide" Target="/ppt/slides/slide12.xml" Id="R03a8ffc64f6944ed" /><Relationship Type="http://schemas.openxmlformats.org/officeDocument/2006/relationships/slide" Target="/ppt/slides/slide13.xml" Id="R206197f654f148d1" /><Relationship Type="http://schemas.openxmlformats.org/officeDocument/2006/relationships/slide" Target="/ppt/slides/slide14.xml" Id="R398328fd6cf146aa" /><Relationship Type="http://schemas.openxmlformats.org/officeDocument/2006/relationships/slide" Target="/ppt/slides/slide15.xml" Id="R28df50762c4b42df" /><Relationship Type="http://schemas.openxmlformats.org/officeDocument/2006/relationships/slide" Target="/ppt/slides/slide16.xml" Id="R42573e81f8464a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2780f545f343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b8279a408e4f7e" /><Relationship Type="http://schemas.openxmlformats.org/officeDocument/2006/relationships/notesMaster" Target="/ppt/notesMasters/notesMaster1.xml" Id="R1eb91bdc21c84c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9640edcfd448ec" /><Relationship Type="http://schemas.openxmlformats.org/officeDocument/2006/relationships/notesMaster" Target="/ppt/notesMasters/notesMaster1.xml" Id="Rc0f295e4a0374e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1d9ba503784db7" /><Relationship Type="http://schemas.openxmlformats.org/officeDocument/2006/relationships/notesMaster" Target="/ppt/notesMasters/notesMaster1.xml" Id="R6c8162068c044a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f34cacac1c4477" /><Relationship Type="http://schemas.openxmlformats.org/officeDocument/2006/relationships/notesMaster" Target="/ppt/notesMasters/notesMaster1.xml" Id="Rbb025429988c44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d880c2927447ed" /><Relationship Type="http://schemas.openxmlformats.org/officeDocument/2006/relationships/notesMaster" Target="/ppt/notesMasters/notesMaster1.xml" Id="Rd9dc7665e36740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78297af12c44f8" /><Relationship Type="http://schemas.openxmlformats.org/officeDocument/2006/relationships/notesMaster" Target="/ppt/notesMasters/notesMaster1.xml" Id="Rdc458655bb4e41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e80006e1ab4c41" /><Relationship Type="http://schemas.openxmlformats.org/officeDocument/2006/relationships/notesMaster" Target="/ppt/notesMasters/notesMaster1.xml" Id="R3d4bc00df67e4b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a41224c7fa4d77" /><Relationship Type="http://schemas.openxmlformats.org/officeDocument/2006/relationships/notesMaster" Target="/ppt/notesMasters/notesMaster1.xml" Id="R0a925563ee0240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02183e37b349c4" /><Relationship Type="http://schemas.openxmlformats.org/officeDocument/2006/relationships/notesMaster" Target="/ppt/notesMasters/notesMaster1.xml" Id="R9ba3c697b4854d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72e77562fa4a75" /><Relationship Type="http://schemas.openxmlformats.org/officeDocument/2006/relationships/notesMaster" Target="/ppt/notesMasters/notesMaster1.xml" Id="Rebb591dba76042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e2183730dd43e3" /><Relationship Type="http://schemas.openxmlformats.org/officeDocument/2006/relationships/notesMaster" Target="/ppt/notesMasters/notesMaster1.xml" Id="R4235fea5c7394b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50c22a675d4ff8" /><Relationship Type="http://schemas.openxmlformats.org/officeDocument/2006/relationships/notesMaster" Target="/ppt/notesMasters/notesMaster1.xml" Id="R6a09c4c7b3e349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c7256f4d0d645a9" /><Relationship Type="http://schemas.openxmlformats.org/officeDocument/2006/relationships/notesMaster" Target="/ppt/notesMasters/notesMaster1.xml" Id="R9488b3029f744cf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3aafb6248d4215" /><Relationship Type="http://schemas.openxmlformats.org/officeDocument/2006/relationships/notesMaster" Target="/ppt/notesMasters/notesMaster1.xml" Id="Rf4bfdb3b46eb423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7f80f93a534e77" /><Relationship Type="http://schemas.openxmlformats.org/officeDocument/2006/relationships/notesMaster" Target="/ppt/notesMasters/notesMaster1.xml" Id="Ra990c9d85ef844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55195c2759b492c" /><Relationship Type="http://schemas.openxmlformats.org/officeDocument/2006/relationships/notesMaster" Target="/ppt/notesMasters/notesMaster1.xml" Id="R83a9c35e7da245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8104a080647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e50072560d4388" /><Relationship Type="http://schemas.openxmlformats.org/officeDocument/2006/relationships/slideLayout" Target="/ppt/slideLayouts/slideLayout1.xml" Id="Rc4e0056799d74c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e0056799d74c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a03a2679346b8" /><Relationship Type="http://schemas.openxmlformats.org/officeDocument/2006/relationships/notesSlide" Target="/ppt/notesSlides/notesSlide1.xml" Id="Raefad40949b046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b397f2b34440f" /><Relationship Type="http://schemas.openxmlformats.org/officeDocument/2006/relationships/notesSlide" Target="/ppt/notesSlides/notesSlide2.xml" Id="R27e00e500bad47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48af44b3f460c" /><Relationship Type="http://schemas.openxmlformats.org/officeDocument/2006/relationships/notesSlide" Target="/ppt/notesSlides/notesSlide3.xml" Id="R21652cedec974e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8db517e1248d1" /><Relationship Type="http://schemas.openxmlformats.org/officeDocument/2006/relationships/notesSlide" Target="/ppt/notesSlides/notesSlide4.xml" Id="R79f5b358f00046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9399744a3463d" /><Relationship Type="http://schemas.openxmlformats.org/officeDocument/2006/relationships/notesSlide" Target="/ppt/notesSlides/notesSlide5.xml" Id="R39f12e4417524b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dcfb98b92407e" /><Relationship Type="http://schemas.openxmlformats.org/officeDocument/2006/relationships/notesSlide" Target="/ppt/notesSlides/notesSlide6.xml" Id="R036e39b4ffea44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e9e77f21f41eb" /><Relationship Type="http://schemas.openxmlformats.org/officeDocument/2006/relationships/notesSlide" Target="/ppt/notesSlides/notesSlide7.xml" Id="R08d025a5ff0c4d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106edc0f94aa9" /><Relationship Type="http://schemas.openxmlformats.org/officeDocument/2006/relationships/notesSlide" Target="/ppt/notesSlides/notesSlide8.xml" Id="R709f1bfc76ce41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5ef2d4f0c4e8a" /><Relationship Type="http://schemas.openxmlformats.org/officeDocument/2006/relationships/notesSlide" Target="/ppt/notesSlides/notesSlide9.xml" Id="R05b3bff5fc7d48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2a95552164396" /><Relationship Type="http://schemas.openxmlformats.org/officeDocument/2006/relationships/notesSlide" Target="/ppt/notesSlides/notesSlide10.xml" Id="R6a2b557d3d8242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08547c4304b26" /><Relationship Type="http://schemas.openxmlformats.org/officeDocument/2006/relationships/notesSlide" Target="/ppt/notesSlides/notesSlide11.xml" Id="Rd41a4ba5ba2d4b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16fefab8c4060" /><Relationship Type="http://schemas.openxmlformats.org/officeDocument/2006/relationships/notesSlide" Target="/ppt/notesSlides/notesSlide12.xml" Id="Rcc4df71fecc340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fac45005343fd" /><Relationship Type="http://schemas.openxmlformats.org/officeDocument/2006/relationships/notesSlide" Target="/ppt/notesSlides/notesSlide13.xml" Id="Raf07e1f603254c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c8d83459045e3" /><Relationship Type="http://schemas.openxmlformats.org/officeDocument/2006/relationships/notesSlide" Target="/ppt/notesSlides/notesSlide14.xml" Id="R8e21af56e0884c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04687dc784cd6" /><Relationship Type="http://schemas.openxmlformats.org/officeDocument/2006/relationships/notesSlide" Target="/ppt/notesSlides/notesSlide15.xml" Id="Rf14d601779c04c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e3fd9446547a6" /><Relationship Type="http://schemas.openxmlformats.org/officeDocument/2006/relationships/notesSlide" Target="/ppt/notesSlides/notesSlide16.xml" Id="R4a2c03ee84af44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1C4DF-24D8-4290-889E-3A3B253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AC4A2-97CD-4378-AAE0-D0FB3F89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EE6F0-0F78-4115-B1E5-BD44EC13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C95FF-5B68-43EA-9407-4E081AF3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FROM FIRST LINE TO MINI PROJECTS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1507A-0F50-43C9-A8E6-993D0742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Teaching Guide for .aayush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A4DD1-C368-4905-9653-105CAF72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600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 beginner-friendly programming language with Nepali chat-style keywords and Python-like building blocks.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90B32-4021-4013-8DFB-18C04F13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FE8AF-593F-4139-A9AC-A877948A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variables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ED1F7-82D3-4F2B-8F6B-8C0D5F57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413FA-0261-4A42-B8B3-8D0D589B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5272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conditions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D835E-87F1-4B0C-AD17-9E59B1F3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488CE-89DA-4A2E-9D84-F8704AC6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5272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loops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8A23C-1E5D-4B48-BD3B-5D14C0F4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8E83F-A1D6-493B-BD96-C513CF4C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52725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75791-1FD3-494B-8905-F8ADBC4E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D5DCF-8147-4282-AE40-69A8EE4C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527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lists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0BEAE-3AB4-49B2-85CB-BA138264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4000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CE973-2625-458D-B32D-442A3206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906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A4350-D680-4F09-B9FF-2D102F54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66850"/>
            <a:ext cx="3695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first-program.aayush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9EAF0-E2F3-40B1-A714-43293347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47850"/>
            <a:ext cx="36195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naam chai "Aayush"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"Namaste " + naam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pratek i bhitra sima(1, 4) gara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lekh "Round " + i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sakiyo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515D5-702D-45BE-908E-2358048A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781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Course outcome: students can read, write, run, debug, and extend .aayush programs.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02FF1-DB1B-4DDB-8DB6-5041E88F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76537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C60C27-AC55-44AA-9DCC-43830D47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B2518-1DB6-4DB4-90F0-E1E6B4F9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B715B-61EA-431E-AEFF-7DEB50E1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5F168-850A-4571-A823-4332D58E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A2A5B-B59B-4792-877C-EE7764EC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the language can do today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61961-9645-43C7-8624-BC876DAD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848AE-E987-4E2E-9852-F9EAA9A0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B468F-CE0F-4D4D-8A04-7D968DD4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Core syntax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78B00-D067-4DAB-B045-37D4AFF6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Variables, printing, arithmetic, strings, booleans, comments, comparisons, and logical operators.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78528-74FD-4E0B-AF42-217A326C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80EAB-1B18-4ACD-B648-715A5CAC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92B16-D57C-4070-9921-7EB1698B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145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Control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5A84A-6F0B-486E-94BF-74BA08FF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57400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If / elif / else, while loops, for loops over lists, strings, and ranges, plus break and continue.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55835-0CD6-4115-BA1C-6C06C71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75C2D-7D26-4A71-A6CE-2A2D8258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0DA8B-A5E8-4FCB-9413-15209AF0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14500"/>
            <a:ext cx="2914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4B0A1-9622-4BD0-B60F-449BB211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Lists, indexes, index assignment, length, append, pop, type checks, and conversion helpers.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A61DE-569E-4C7B-8516-933F574F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46F0C3-133D-491E-BF09-8BB3546A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7BF9D-6F63-43F7-9FEB-7E1ECF05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147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995D4-E095-4176-9A56-3FC669B1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57650"/>
            <a:ext cx="3581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Define reusable work with kaam, pass parameters, and return values with firta.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FD8C40-D7E1-4B71-920B-C2F7B000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000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3C617-4409-4F70-99DD-3FC3255B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EC7428-3702-4D1C-BF53-76966BF1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Tooling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6BEC2-8B3B-4920-B31E-591F463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57650"/>
            <a:ext cx="3581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Run from terminal or through the VS Code command Aayush: Run File.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25A43E-1637-4CE5-BDCB-B7E75EB9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96233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B2206D-6535-4969-A4B1-ADEABB4C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38DCB-E102-4F00-A0DC-1CA192EA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7315B-4942-4CC1-A63E-A07998B1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9145E-8E30-4023-8558-4E94C20C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6385B-8FD5-486A-BA31-5B876383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Running a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7C5A4-BF38-486E-98A1-607CB26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BCFA0-6626-45E7-88D7-6A30BE2A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53693-1983-4714-BC66-CF0314A2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483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run commands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8CD7F-5D78-409F-A4BD-7556BE1E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47625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# terminal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node bin/aayush.js run examples/python_features.aayush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# VS Code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Open a .aayush file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Run command: Aayush: Run 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8E44D-D475-4A7D-B32F-A4B3C82A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0F75E-089B-4F62-95EC-8D68F327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0020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Step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8A576-D052-471C-951B-DC83D3E3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What happens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9BBDB-86DF-4C4F-94BC-481A8514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C89CB-26FC-48F5-BF1C-8B22E6A2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1. 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67CB9-368F-45BC-B131-655F7C97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90750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source file is loaded as 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848EE-6EE2-4215-8D1E-F02A2802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C0AD9-C4A7-43D0-B541-2F492672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2. Tokenize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2789C-7BED-4700-8F77-9F4F9E9C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Words and symbols become tokens.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9BEA6-898D-4C26-92DD-E9EC72FB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58CDBA-A38B-4B44-AD9A-3ADF2F37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3. Parse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B750C-B196-4508-89B7-CB72DD82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Tokens become a tree of statements.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8FBA0E-DD6E-420B-8491-50B3D0C8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A6414-6327-45AF-A972-7CA0CA4F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1162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4. Execute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0DAF09-5258-4A0F-BAD6-125B91A9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62400"/>
            <a:ext cx="3257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interpreter evaluates the tree.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271A6-5949-4A28-93AC-1666F406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18426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68764F-E86D-466F-9227-37965732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C1841-511D-4227-848A-51FAB9BC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BED8F-45FC-4E87-8240-D66B25B2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6CB90-1D78-48FB-9BA3-4BA39A9E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34EC7-89C6-4743-B4A1-F7D3ACA1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Variables, values, and 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4E4B7-FDF8-4B78-B2A8-D2037BD9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953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22771-9D00-4C31-B022-4BDB1B0E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8BBA0B-8705-498A-937B-FFE15E7A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464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variables.aayush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4FBD1-2DF6-4848-A40D-623AA1DD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45720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naam chai "Aayush"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maana_ki umer = 18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rakha active chai sahi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"Name: " + naam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bol "Age: " + umer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print active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B9F7A-66A4-439A-9E44-104C7894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0B2F5-EF15-4E3F-B39C-283F334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240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A65C6-9579-4A89-AFDA-5A064091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24000"/>
            <a:ext cx="325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Aayush forms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935F2-13B7-4822-9ACB-5866231D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812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1EC41-B28E-4652-9407-FB17BF72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Declare / assign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F52EE-1187-4A52-9345-B8E04893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325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maan, maan_ki, maana_ki, rakha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76B95-12F9-4D3D-9BA2-FE061FDF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5E87F-687F-4DE3-90E4-D56A220A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E00D4-1BAC-43AD-B7B8-25162132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28900"/>
            <a:ext cx="325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lekha, lekh, bol, print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EB235-D7BF-4DB8-B05A-7A44A56B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861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4774BC-5CB9-4003-AF29-8CC2E324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BD1F7-D203-4A86-9F1F-47510FE4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81350"/>
            <a:ext cx="325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"double quoted strings"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9BF7D-6178-4F03-8EBD-9B12A723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28BF0-6CFF-4FD7-9A90-1B7AD107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Boolean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C1CE49-EF4F-4293-9ECB-5A176527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733800"/>
            <a:ext cx="325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sahi / galat or true / false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CB2CEA-D222-4239-8929-BF3DE8BC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910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F3CE6F-96C4-4B58-B7F6-0AC8DDD7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1352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Comment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FF2BCA-95D0-485D-BB54-B4BD45A8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3257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# this line is ignored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940899-1C16-47E0-B26C-68DC7DBE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63688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CD721-E7C1-41FB-9A10-3B751A24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19BCC-30AC-4F87-999E-DFCBD07F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51311-1BC9-4358-B2B3-28A75045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F808C-41A6-41B0-9395-96D722F1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D2EF0-C1D9-4192-BB69-71DF02D9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Operators and expressions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67684-418D-411F-91FF-26CD5A9D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47625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45695-4E1F-4FCD-8674-AFB1034D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14E4A-F929-42B8-950F-C48F994C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445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operators.aayush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A83B1-F2D8-4206-A20F-E817D34A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38150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a chai 10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b chai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a + b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a - b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a * b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a / b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a % b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a ** b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a barabar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6D0E3-BFBF-4CD4-AC8D-BAE63E4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2DA19-6B77-423E-B02E-4CF9A305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04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78D3F-D4B5-40EB-9D2F-2EACC6AF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049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5D9565-0E7C-46C0-BA67-131E9F09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5F74B-7E66-47B8-A0D4-17767C96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02339-A80D-48DF-98B6-E82AC0E9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812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Add numbers or join 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2D54A-5DCB-4766-B695-4ABBDD31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FC8F2-522E-42A0-B96A-ED50FFF4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113DC-932E-4831-8710-93DCCB02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574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Subtract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44AD9-0156-4BA8-A0E4-F2E6C046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9F2A3-4E7B-42B0-8C47-89FC25CB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*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DC040-6EAE-44CD-AFB4-871095C3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Multiply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70AD0-CAC6-4DE2-B438-17305B5D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01E85-2595-4A6C-9BEA-18FAD85C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0C3BFA-EA5A-4252-AD4B-8CF137BB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099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Divide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A4D28-7403-4E34-85DA-30599C0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625DC-51BC-4699-9514-5BBE4483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862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D2F63-2C0B-4C42-9350-F3A473AC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862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Remainder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D5AE71-087B-4756-A725-8A795B32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1E0BE-0453-488D-A393-EAAD7C5F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624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**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1BB882-E60B-4AC0-B273-D9B79529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6245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Power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9F733-D708-423F-B45E-229FCBFB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53D668-DBAB-4F9B-B928-1D33D4A6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387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barabar / ==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D6FA74-D5B6-402D-9A80-ABC9D8C8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Equality test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FABEC6-7AF3-4A55-9DC0-A174B64F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766570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398C51-8AB8-4B6C-BFDA-55A0CA64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12BF3-94D6-405F-919C-B969707F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43EBE-0E8F-45D8-921E-22BA437E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9BFD1-B0E5-48CB-8C2D-A8B1E9D2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08080-2D1C-46BA-9186-E05361BC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Decision making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8F0F8-548E-4F4E-AAE2-CF164537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E0EF35-13E6-4B6D-A196-C2BE279E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B97EF-79B8-4F35-B343-1D53C83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502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if-elif-else.aayush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991E0-092F-4960-9AE7-3EE124D2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495300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marks chai 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yedi marks &gt;= 90 chabhane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lekh "A grade"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natra_yedi marks &gt;= 60 chabhane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lekh "Pass"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natra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lekh "Practice more"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sakiyo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0BF39-93FC-432E-A4C9-B06707F8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4524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B2E48-540D-43BC-BC98-D9270578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811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Keyword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8F7AE-3C0C-4352-946D-53454BC4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81150"/>
            <a:ext cx="2733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English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1168A-2285-4956-BD98-5B286447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524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89404-695B-4C0A-9DD7-BF547274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33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yedi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D5D13-786F-41C7-BEFE-E4DF45F0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2733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A711E-CF26-4CE3-87C6-A6217354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4524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6C075-93C1-4319-8F6C-837EFD28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chabhane / bhane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461F7-DF49-400A-A30C-B9C2ECE0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733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E9FDC0-4018-4D59-A0D2-48BB7F68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524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9B5D0F-143E-44FF-AB1B-27C2CB95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385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natra_yedi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46BBC-8E37-43C1-8E32-B6A3FF15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733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elif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F4313-E4B2-4FDC-9613-896EC932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4524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83E3C-6A70-46D5-B0EC-BF7AE353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909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natra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DA630E-5FA5-45CE-AF5D-7CF529B6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2733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else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E6C02F-5686-441F-A538-420CEFD8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524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CDFB1-6ADF-4E85-83BA-919D7D8E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434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sakiyo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C2EF41-923C-43E6-A80A-A3560782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2733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70CA04-25F8-4719-8A15-D0DACE45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4524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10B097-AC4F-445E-87ED-8EC9CC9E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958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ra / wa / haina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7C9980-899B-4E95-AE4C-66451180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95850"/>
            <a:ext cx="2733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and / or / not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349C08-9769-46A7-91CA-CDBD749E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15647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D81910-6BA5-4D2A-8982-4A2BCA42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92455-15EF-492C-8F8C-FC0E7B17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66A8C-9ABE-44C5-A815-ADA4F307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7A132-DD9D-4BCD-9819-D03B823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32395-2E77-49F3-8C47-B53045A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Loops: repeat work without repeating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FB93D-44C2-47F2-BEB6-B07CD5B0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094A5-670B-4EE8-B209-6D8F6F72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B1550-4B4A-4059-B9B8-D66665B9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64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while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B3B4A-4A21-46D4-8C9D-00198889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4572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count chai 1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jaba_samma count &lt;= 5 gara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lekh "Round " + count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count chai count + 1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sakiyo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B9DC5-B799-438E-891A-0745E941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47800"/>
            <a:ext cx="4953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EF43E-6875-4312-A664-A92A4E08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478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2FBE9-E8AA-4FD5-9CAF-AA4FA774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24000"/>
            <a:ext cx="464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for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DC97D-0D02-43DB-A683-A1045DD7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4572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pratek i bhitra sima(1, 6) gara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yedi i % 2 barabar 0 chabhane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    arko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sakiyo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lekh "Odd: " + i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sakiyo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BD0DDA-18A0-4FA6-B66D-38D58ABB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B80EA2-259B-4D29-846A-10373DD6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B478F-88B5-4231-9E8F-314F05FB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24375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Loop 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F5A28-B866-4BB1-91E3-38FFC94F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867275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rok exits a loop early. arko skips the rest of the current loop and moves to the next item.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71086-B7AB-4C95-8748-F80728D9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1CD1F-8702-4425-A157-949D1AFD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2E2C0C-C571-42D7-814D-E06EEFC4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24375"/>
            <a:ext cx="3676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Range helper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E1740-46CE-422E-AAD5-8E5C54CD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67275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sima(5) gives 0 to 4. sima(1, 6) gives 1 to 5. sima(10, 0, -2) counts down.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17CD1-EAE1-4809-90AE-EDF34C25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01137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C3B7A3-E807-41F1-B76A-AF4B47BE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3A813-9F02-49B7-AA4C-F40E9910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5C58D-1909-443D-A092-E59F2FE8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6F961-7806-4586-9E2B-EB68BC11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3350E-046C-4097-BE5E-ADD10F86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Lists and indexes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F6B31-2C78-449D-9AB3-4106A340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1435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1CFCC-8C08-424F-9AFE-EABD3EB5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4E436-6F13-4E94-AA37-D34D12EC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4838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lists.aayush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A8DF-BB17-4298-9D80-6960F3F9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76250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scores chai [10, 20, 30]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thap(scores, 40)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scores[0]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scores[1] chai scores[1] + 5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scores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lambai(scores)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nikal(scores)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FE1A8-584F-4433-AF6F-455655C8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0D1FF-DF58-4638-8B6E-A0A47001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5240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Helper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C84033-AB52-403C-9406-28C52D29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52400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6095B-D2C4-407B-A112-6D8A11FB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621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542B8-7137-415C-802F-85E92AD8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0574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[1, 2, 3]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B86A5-F296-4DFC-B5BF-2405B51C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5740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Create a 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E70D1-3A9C-416C-9723-76F4FC37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955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731B3-B233-4FC3-BCE9-94DCC07C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5908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scores[0]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AE1656-EA5F-4EEE-97CD-51872700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59080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Read by index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62C1F-BB14-48C3-B4B9-D7239384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A2B0F-41DC-40DE-AB5D-FCECB65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242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scores[1] chai 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675C2-5B58-48C0-BA8B-7D989599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12420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Change by index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0A616-2EC6-4953-A428-D23E4C41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D2AFB-3E26-4947-BCC1-8F19F90E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576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lambai(scores)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9805FC-E756-4A17-914F-D4B2E3BD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5760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Length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99A0C-697F-45EE-B3C9-7CCABCF8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CAB06-5F78-46C1-A1AC-C7926A24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910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thap(scores, 40)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ACFFF8-6CC1-4D64-B317-5FC3276B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9100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Append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DD3792-2336-425F-83E4-F2CB978B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291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99D0E0-53F2-4B64-9206-3212FEE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244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nikal(scores)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039F9-9ABC-481F-A306-A8C2A406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24400"/>
            <a:ext cx="2781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34564E-BC4E-43DD-97D2-EA633E1D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09540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6A963-A865-4D0F-B34B-D67689C3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B782F-09EA-4DCB-8F44-2B0CFA06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EF569-1D6B-442F-A5D1-162B96FB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643B1-25E7-4F45-B16B-BDC0C62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D25FD6-93D7-4E20-87DA-93C98ED2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Functions make reusable ideas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A1EEF-06BA-4ED4-9030-02775CF7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4C382-4801-4100-A499-4436256F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F5F8D-DCD4-4056-95C4-BEF998B5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02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functions.aayush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40C26-70A2-4DA2-B6BA-593E6D73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9530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kaam add(a, b)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firta a + b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sakiyo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kaam greet(name)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lekh "Namaste " + name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sakiyo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greet("Aayush")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add(4, 6)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36D47-229E-43E4-B4E3-77199AF0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00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7B135-6C9A-4B59-961D-C5132BF0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B9BA27-D6FC-44F5-8588-FC034046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kaam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1CD4B-B570-4FCB-898A-11E51CDE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52650"/>
            <a:ext cx="3581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Starts a function definition. Parameters go inside parentheses.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7ECA3-68AD-4CBB-A414-1AD36901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400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F9A6B9-D571-4EF1-95C6-C88D6D47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D230B-DD94-415F-86D2-1B7608E0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86125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firta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A4539-6071-4D8C-BDB4-0BECEC1E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29025"/>
            <a:ext cx="3581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Returns a value to the place where the function was called.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24B72-6CFC-4462-9669-0395B407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1B1F9-7102-482B-89E3-94567E37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72000"/>
            <a:ext cx="57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A5A07-C7A4-4889-9EFF-D988793E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76250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14E83-8D8F-419A-AFA1-A718FD5C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3581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Function parameters live inside that function call.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E1176B-B93B-487D-B254-C733E064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875766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C1693-3380-4526-BDF8-82059766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CDFD4-0851-4CD7-94FE-B6CA8DDA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9B5C2-639B-4DA8-B771-6B4557CB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750D6-38BB-4D02-9967-E9D696E4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03A02-5A71-4F8D-9F59-F2D98C73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Input and conversion helpers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8DF6E-6351-411F-A2A9-D46E9E34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5429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F97FC-FA68-4938-A8A2-D197EFA3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C347C-D05F-4AE8-8E71-6F9F2381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512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input.aayush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FBD2E-2476-4B34-8AF9-851EB5E1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5048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first chai ank(sodha("First: "))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second chai ank(sodha("Second: "))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"Total: " + (first + second)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"As text: " + sabda(first)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"Type: " + prakaar(first)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B7F9A-25BC-4BCF-A2FF-6646657D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FF966-8B14-4CA6-BDE1-8F5BAD0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3525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Helper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B05BB-7F00-46ED-B002-AF049B89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35255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CE13F-0E83-4265-86CD-71B53D77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DD08F-28A1-48D0-B1F7-449526FD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478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sodha / 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F7CC68-76F9-4D14-BA64-8027F299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4785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Ask the user for 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C9064-8D0E-4919-A5DC-92B4EEF2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3FC81-B04E-4CEB-8E58-EB99AD08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431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ank / number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14A9E-6463-4CCC-9E20-A3F40511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4315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Convert to number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3DD4D-7D3B-4866-94C3-FDD471C3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B5533-D50D-4B21-82D1-369F0226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purna / 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49CF2-CA20-41F4-B622-C9789DA7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3845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Convert to integer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D5ADF6-DCA2-4D84-9E30-57EE5489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BFB89-B16B-4614-98C3-49ABDF14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dashamlab / float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078C16-1D35-4D7E-8EED-96652CB7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3375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Convert to decimal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2FF32-226B-4EBB-8F4A-7B83D069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338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1E422-64C2-4C60-98A1-D32B6B06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290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sabda / str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7BED46-C3D9-4B4F-AC32-36B269EF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82905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Convert to 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C467C-0939-4C14-ABEE-1C1242F6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690192-96F7-4E3A-9B1A-35F74142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3243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satya / bool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A07879-76AB-4493-AF86-157A0C84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32435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Convert to true or false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44BCA6-A84E-45AE-956A-A43AFAB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3780BA-5420-4D42-BA0D-4AC14228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19650"/>
            <a:ext cx="1400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prakaar / type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A7BE8E-9C13-4299-A352-842BD19A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1965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Show the value type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6972DD-EE82-41FB-BDE2-A7FB540F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82726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8C55E4-6432-4ECC-8CE4-58331A05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13DF1-1651-4E8C-A473-7FCDA3EB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E52E2-50E1-4EBC-AE8E-9A141A42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393C4-FC1A-4E5E-B1C6-45F2DDF4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F7C61-EB54-431F-9FCA-DE03E3F9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Debugging habits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09F93-63C4-49B0-8B3D-DC80F5F4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4292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67D43-8A69-4987-9FF5-2A1716F7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71BC4-022C-4DA0-97D2-758726DF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12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debugging.aayush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EE4C9D-BF8B-4F6E-8929-5C5088AE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5048250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# 1. Print values before a condition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"choice = " + choice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# 2. Check names exactly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# pahilo and pahiloo are different variables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# 3. Keep end markers balanced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yedi choice == "1" chabhane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lekh "Add"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sakiyo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02C37-7A87-43D5-9290-37BA68ED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0C1B2-7820-41E0-ACFA-25AB2681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C948A-B70F-402B-AF91-9F007DC2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62125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Read the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F58A6-24A7-426D-9419-55FB0947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05025"/>
            <a:ext cx="3581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Unknown character, unexpected token, undefined variable, and wrong argument count usually point near the problem.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7E2-A6DE-488C-A095-DB3AA3FD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7CCC16-E0E2-43EA-8EEC-D8504EA6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EF5F8-A1D1-4D24-9455-272CE87A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Reduce the program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E16C02-62C8-4A38-BF5E-DD7623D5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86150"/>
            <a:ext cx="3581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Comment out lines until the smallest failing example remains.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0A279-1E18-491B-B4A5-4736396F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400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D6B9A-4990-48F4-914D-1775EC6F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EA9CD-7E72-4AC5-A80D-8537C8E7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24375"/>
            <a:ext cx="3581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Test one idea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108BF-968E-4CF0-915E-D7334660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67275"/>
            <a:ext cx="3581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Run each new variable, branch, loop, or function before adding the next part.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C22C40-6419-4C01-9FF7-CFF99009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258968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8F16A7-1768-49D0-8198-DEF57249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30EA34-8065-4386-955A-C777C04A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70F24-4E23-41B8-8035-3D289370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7C15E-E56C-478E-845E-5BA56B8B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145A9-DF29-42C9-94B1-6AF93DFB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Classroom path and practice projects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833AB-9666-482C-A3C9-00EF4D04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62F4A-05B6-4DF1-8132-B27F48F2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5E41A-17AA-42EC-B734-47BEF2A1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Lesson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0D636-F13D-4561-9123-FFA3A9B3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2724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Print, variables, strings, numbers, and comments. Project: personal introduction card.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F0990-66AE-4DA8-944C-74690F08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78B68-DDBD-4394-9FCA-BAF6037B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7D79C-B9C2-4501-B698-ED2E978C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66875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Lesson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5518A-7F68-4743-AD68-FDFFB4A1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09775"/>
            <a:ext cx="2724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Operators, input, conversion, and conditions. Project: calculator with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F867C-FCE3-4E6D-989C-D2103E97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D48F91-59F4-4B34-BEE2-AA9EF864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5E8DC-0A7C-4224-A5EE-84E4D7F1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66875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Lesson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E82FCB-A797-486D-8162-B695BB5A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9775"/>
            <a:ext cx="2724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While loops, for loops, range, break, and continue. Project: number guessing game.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CF1891-5C6B-462F-BFE0-62F81A22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B4571-84DE-412D-8289-E84B169F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24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F3D33-B058-4B2F-AE7E-B5C7084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Lesson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A74422-B6BD-4550-B143-0F9F6211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57650"/>
            <a:ext cx="2724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Lists, indexes, append, pop, and totals. Project: marks tracker.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4E4FD-B57F-4A63-8091-061CEF03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E1ABDB-1B82-411E-85A4-4BAC9EC2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02CD94-DEE5-4842-94C9-48364B99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Lesson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6F640E-6776-45E8-98BC-DCDD7F30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57650"/>
            <a:ext cx="2724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Functions, parameters, returns, and clean structure. Project: menu-driven toolkit.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71537A-DE3B-4FFB-91A5-2D629156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152522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BCEC5A-3BA1-4E01-A545-8C18FF04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B913C-833D-40DB-A182-4960EF0D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9712B-3AE2-4476-9DD9-0DA428AF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11552-CC5C-4083-8D79-443E5C35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E52DB-AFD0-4F37-B22E-A26AA460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How to read Aayush like a sentence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0D2A3-1447-4F90-807C-9FB76332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095875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04666-0C96-4BAF-A9DF-CC1F7214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09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FD4FA-2947-4E41-8F4E-5C860577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7910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read-it.aayush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4622A-C574-48EF-A1FE-EF5A14C1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714875" cy="3267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total chai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pratek score bhitra scores gara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total chai total + score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sakiyo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yedi total &gt; 100 chabhane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lekh "Great class"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sakiyo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6F55A-AC68-4A10-A845-FAECC994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4333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AEF9D-BAC6-4521-A4F8-2C2A2B43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A8001-274B-44E8-BA24-C470ED9A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571625"/>
            <a:ext cx="391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maan total chai 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2BE8E-1D03-4914-BA7F-B0AFC353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914525"/>
            <a:ext cx="39147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Make a variable named total and put 0 inside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B1981-7988-4A69-9D6E-48BAF53A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4333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1B638-BCD9-4F9B-B871-97FB724F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B6448-B4DC-4486-B513-3A06A652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14625"/>
            <a:ext cx="391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pratek score bhitra scores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A38216-833A-4494-B43E-5027C8BC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57525"/>
            <a:ext cx="39147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For each score inside the scores list, run the block.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9A1E6-08FE-4005-9E4A-7FD3910A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4333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B50DB-6E11-4CF4-B685-DE06A176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260C3-3E0B-40EF-992B-FAD4ED06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57625"/>
            <a:ext cx="391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total chai total +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B44813-6858-4898-8A45-697A15F0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200525"/>
            <a:ext cx="39147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Replace total with the old total plus the current score.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CCF6F5-7F99-497D-9C21-177E5FDB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0125"/>
            <a:ext cx="4333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193C5A-ECE4-491F-BC80-431BF339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012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1FE975-8392-4001-831A-753CD2BA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000625"/>
            <a:ext cx="39147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yedi ... chabhane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EA9608-9001-4AF5-81FB-C329A8A6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343525"/>
            <a:ext cx="39147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If the condition is true, run the lines until sakiyo.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CC2B3F-B9B1-4846-93C4-69BEB629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3197247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4F67A9-217C-4866-94E8-DF9F08B7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95EB4-AC23-436D-9370-20F3926E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D9068-A38A-4F9C-A429-7794C60A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EB1F7-D5FF-48EE-92F4-958B5855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8F3EB-9245-4846-9BC1-E7220CFF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One-page keyword cheat sheet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7C32C-3DC2-4159-8199-D80EFF5C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48FD9-A9AD-485B-92BB-041186DE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1D0F3-A682-455E-AB69-85A38187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24000"/>
            <a:ext cx="33051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words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8F05D-765A-43B0-B025-E4B3109B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D28B3-B9C0-44F5-A975-EB2D4B90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Create or update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A961A-42BE-4664-A44C-FA43D67B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52650"/>
            <a:ext cx="33051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maan, maan_ki, maana_ki, rakha, chai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5C07E-ECB5-4DF2-B361-AD0FB470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7F4E1-DF32-4080-8322-6B9331BE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Show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39F17-D87A-4185-8EB7-AF62E90B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81300"/>
            <a:ext cx="33051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lekh, lekha, bol, print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5E21F-116D-469F-A787-CFDEF19C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BE45E-8D57-449D-BED6-16D0ACAD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Choose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9897B-345B-422E-92B0-74281ECB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09950"/>
            <a:ext cx="33051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yedi, natra_yedi, natra, bhane, chabhane, sakiyo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E0F27A-720E-4935-92F9-F3CBE93A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5CF1A-A569-49F2-AF6C-8D6E081E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Repeat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415F4-E3E1-4E9F-B375-0036E6BC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38600"/>
            <a:ext cx="33051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jaba_samma, pratek, bhitra, gara, rok, arko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E6D84-2BFB-4153-94ED-F94F440D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FF142-3D9B-442D-912B-E3C9680A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Functions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9FDD2D-E167-42DF-B0F4-91FA04E5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67250"/>
            <a:ext cx="33051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kaam, firta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ECE0B-D18C-4284-8091-C5090680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F29B50-4826-4909-AEE7-B2B145E1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Truth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8540F1-EC1A-4153-B470-629785D3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95900"/>
            <a:ext cx="33051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sahi, galat, ra, wa, haina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09012B-49D4-4679-B821-F2E4A620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2875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98F0A7-6609-4C58-B101-0AEEAFB9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Helper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DA0207-5F37-4EC6-86EF-C4C5A0F0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24000"/>
            <a:ext cx="3114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What learners should remember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F85DD2-DAB3-4D47-BF35-D3C9F25C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17345C-0C9E-4AD9-A8EF-E132E357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sodha(text)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F4FC15-5688-4700-8491-8110F64C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52650"/>
            <a:ext cx="3114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Ask the user a question and get text 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CACF7A-8F27-4190-B4D7-B6FDE5D0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48B9AF-6D9E-42B9-AF84-6753512C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ank(value)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352A94-BBB9-4414-943C-3347F57F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81300"/>
            <a:ext cx="3114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Convert text into a number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F470D3-C187-4FD1-BFA0-C1CB71C5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470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A4EE09-670E-4FED-9CBA-13F80C1D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0995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sima(start, stop)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7FE878-F969-4ACE-86F1-C916E739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09950"/>
            <a:ext cx="3114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Make counting values for a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799C62-64C2-432A-B6BF-9FD9CE02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4335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EB29F6-7D61-420C-BCB9-ADAED319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3860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lambai(value)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5600D8-D443-498A-994E-29EF018B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38600"/>
            <a:ext cx="3114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Count items in text or a list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1DC59B-08C4-4912-8449-73948635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6120B2-D104-4039-8A6A-34BF831F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thap(list, value)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53104E-5893-414F-A811-DB5C3043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67250"/>
            <a:ext cx="3114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Add one item to the end of a list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ED9B1E-7E1E-40FA-8646-4F2AC70F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0065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BDE238-D15C-4A90-A819-66C448B7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95900"/>
            <a:ext cx="13049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prakaar(value)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0B5D8E-EE02-412C-B7E1-C464480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95900"/>
            <a:ext cx="31146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Check the value type while debugging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181918-999A-45E8-B724-62A04616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9004372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977071-9BE0-4E3D-A88E-C3325213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7C8CF-96E3-43E8-96BC-0F57DF55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0F4C3-3C6E-4400-B0B5-8B52EBDC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52E81-48C4-4D38-AB2C-4FF7B0C2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3F840-D2A5-46E6-998A-7CB6FB5D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Mini project: marks tracker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68F60-336A-4352-93E8-46A9C3EB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5286375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EAA58-3FFC-4686-AC65-1E526B49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5286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173DE-2801-4721-A945-14B2AE2A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49815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marks-tracker.aayush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90198F-042A-4A3B-B458-1733C995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905375" cy="383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scores chai [82, 67, 91]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thap(scores, ank(sodha("New score: ")))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total chai 0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pratek score bhitra scores gara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total chai total + score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sakiyo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maan average chai total / lambai(scores)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lekh "Average: " + average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yedi average &gt;= 80 chabhane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lekh "Strong progress"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natra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    lekh "Keep practicing"</a:t>
            </a:r>
          </a:p>
          <a:p xmlns:a="http://schemas.openxmlformats.org/drawingml/2006/main">
            <a:pPr algn="l">
              <a:def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sakiyo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1BB73-64EC-4276-996D-C3B6EB40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4429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111A0-CDD8-48E6-AC01-AF3FCAAA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24CFF-B7C9-4A4D-80A8-AC79002C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71625"/>
            <a:ext cx="4010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What it practices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8E218-131C-486C-8BD6-BB7C9DB1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14525"/>
            <a:ext cx="4010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Lists, input, number conversion, for loops, totals, averages, and if / else.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97125-3C5B-4DD8-9165-46894270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4429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A2FD7-85BE-4978-A1F7-31871D25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2B65A-A5FA-4CC2-9125-7131E6CA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4010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Expected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0A4F8-C7B9-4FDF-A091-0229E1D3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4010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It asks for one score, prints the new average, then shows a progress message.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A379A-7434-4932-935A-EEF20EF7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81475"/>
            <a:ext cx="44291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20051-3EAA-445A-8751-3F97EF54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814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7C071-775F-4A3C-8B1B-A7A78EBD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71975"/>
            <a:ext cx="40100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4705D-A331-48D3-94C4-CB82A342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14875"/>
            <a:ext cx="40100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Add highest score, lowest score, or a menu that lets the user enter many scores.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F028A-1F39-4221-BEE0-A016FCF3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9398266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B4EA37-BCB3-4CBA-986A-8926A90A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39F83-CC14-41D3-9780-C975DE56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8341D-184B-443E-8A9F-88B8991F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E4D93-B7CD-416C-8165-EE419407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AAYUSH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232BE-5980-4796-AEFF-ECB51430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09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Practice path after the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471F4-29E5-46B3-994D-45A46F05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EE126-7706-441A-A0FB-BA44D69E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74394-689A-4D23-BBE0-D44103E9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1. Copy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4B279-D897-478A-9A64-6775A071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Run each example exactly once. Change one value and run it again.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2123F-2E67-4F7E-86EF-462AC31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6EA62-437A-4233-B26E-AC83806C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B8156-D039-44F4-8433-BDB97237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66875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2. 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3A89B-FEF5-43E8-844C-7313ECA4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0977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For every line, say what the computer will do before running the file.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AC300-E4FE-414F-B51F-FCBA9005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7524A-77D3-4C33-B644-D698E89F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77FCC-2FC6-41D5-A812-4D75D46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66875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3. Break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41F76-48AC-49D3-8A7C-048B55FD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977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Make one deliberate mistake, read the error, then fix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E4E58-D9AA-4421-BAAE-8465EC3A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F10CD2-90F4-4DDB-AB2D-71C67068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5508B-6D19-4C94-A3C4-3623F951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4. Combine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F7A53-2DAD-4585-8C10-65B66FB5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Use variables, input, conditions, loops, and lists in one small program.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0AE7B6-5045-4A03-926C-FEAD14F6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718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25434-438A-4D2A-8007-E507E85E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718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CC806F-D58B-4894-938E-4E5E0908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762375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5. Refactor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26F6A-EBD4-4671-9EFF-AE05AC18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10527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Move repeated logic into kaam functions and return useful values with firta.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6F6DC-B62D-4B7C-A845-B06C09B0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235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35ED32-8871-4D1A-BB5A-FA5DE745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47DD7F-861F-49E4-AAB5-E2F3EA13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62375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6. Extend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9C7B7-C8F1-4164-9E0E-5064FE09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2724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Try a calculator, marks tracker, quiz game, or menu-driven toolkit.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AFA040-C326-4E69-80F0-0DDFBD86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84588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2026-06-03T14:41:16.0670000Z</dcterms:created>
  <dcterms:modified xsi:type="dcterms:W3CDTF">2026-06-03T14:41:16.0670000Z</dcterms:modified>
</coreProperties>
</file>